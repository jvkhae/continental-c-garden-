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ill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80A08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7562088" cy="6528816"/>
          </a:xfrm>
          <a:prstGeom prst="rect">
            <a:avLst/>
          </a:prstGeom>
          <a:solidFill>
            <a:srgbClr val="05080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64648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6C97B"/>
                </a:solidFill>
                <a:latin typeface="Arial"/>
              </a:rPr>
              <a:t>C  G A R D E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64608"/>
            <a:ext cx="6464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F4EFE3"/>
                </a:solidFill>
                <a:latin typeface="Georgia"/>
              </a:rPr>
              <a:t>GRILL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5824728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6C97B"/>
                </a:solidFill>
                <a:latin typeface="Arial"/>
              </a:rPr>
              <a:t>ШОРЛОГ  ·  SKEWERS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Үхэр</a:t>
            </a:r>
            <a:r>
              <a:rPr sz="1050" i="1">
                <a:solidFill>
                  <a:srgbClr val="CFC7B4"/>
                </a:solidFill>
                <a:latin typeface="Arial"/>
              </a:rPr>
              <a:t>   Beef</a:t>
            </a:r>
            <a:r>
              <a:rPr sz="1600" b="1">
                <a:solidFill>
                  <a:srgbClr val="E6C97B"/>
                </a:solidFill>
                <a:latin typeface="Georgia"/>
              </a:rPr>
              <a:t>	40,000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Хонь</a:t>
            </a:r>
            <a:r>
              <a:rPr sz="1050" i="1">
                <a:solidFill>
                  <a:srgbClr val="CFC7B4"/>
                </a:solidFill>
                <a:latin typeface="Arial"/>
              </a:rPr>
              <a:t>   Lamb</a:t>
            </a:r>
            <a:r>
              <a:rPr sz="1600" b="1">
                <a:solidFill>
                  <a:srgbClr val="E6C97B"/>
                </a:solidFill>
                <a:latin typeface="Georgia"/>
              </a:rPr>
              <a:t>	36,000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Тахиа</a:t>
            </a:r>
            <a:r>
              <a:rPr sz="1050" i="1">
                <a:solidFill>
                  <a:srgbClr val="CFC7B4"/>
                </a:solidFill>
                <a:latin typeface="Arial"/>
              </a:rPr>
              <a:t>   Chicken</a:t>
            </a:r>
            <a:r>
              <a:rPr sz="1600" b="1">
                <a:solidFill>
                  <a:srgbClr val="E6C97B"/>
                </a:solidFill>
                <a:latin typeface="Georgia"/>
              </a:rPr>
              <a:t>	30,000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200" b="1">
                <a:solidFill>
                  <a:srgbClr val="E6C97B"/>
                </a:solidFill>
                <a:latin typeface="Arial"/>
              </a:rPr>
              <a:t>ХООЛ  ·  PLATES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Үхрийн махан бургер</a:t>
            </a:r>
            <a:r>
              <a:rPr sz="1050" i="1">
                <a:solidFill>
                  <a:srgbClr val="CFC7B4"/>
                </a:solidFill>
                <a:latin typeface="Arial"/>
              </a:rPr>
              <a:t>   Beef Burger</a:t>
            </a:r>
            <a:r>
              <a:rPr sz="1600" b="1">
                <a:solidFill>
                  <a:srgbClr val="E6C97B"/>
                </a:solidFill>
                <a:latin typeface="Georgia"/>
              </a:rPr>
              <a:t>	28,000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Зайдасны цуглуулга</a:t>
            </a:r>
            <a:r>
              <a:rPr sz="1050" i="1">
                <a:solidFill>
                  <a:srgbClr val="CFC7B4"/>
                </a:solidFill>
                <a:latin typeface="Arial"/>
              </a:rPr>
              <a:t>   Sausage Platter</a:t>
            </a:r>
            <a:r>
              <a:rPr sz="1600" b="1">
                <a:solidFill>
                  <a:srgbClr val="E6C97B"/>
                </a:solidFill>
                <a:latin typeface="Georgia"/>
              </a:rPr>
              <a:t>	120,000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Шарсан төмс</a:t>
            </a:r>
            <a:r>
              <a:rPr sz="1050" i="1">
                <a:solidFill>
                  <a:srgbClr val="CFC7B4"/>
                </a:solidFill>
                <a:latin typeface="Arial"/>
              </a:rPr>
              <a:t>   Fries</a:t>
            </a:r>
            <a:r>
              <a:rPr sz="1600" b="1">
                <a:solidFill>
                  <a:srgbClr val="E6C97B"/>
                </a:solidFill>
                <a:latin typeface="Georgia"/>
              </a:rPr>
              <a:t>	15,000</a:t>
            </a:r>
          </a:p>
          <a:p>
            <a:pPr>
              <a:spcBef>
                <a:spcPts val="700"/>
              </a:spcBef>
              <a:spcAft>
                <a:spcPts val="0"/>
              </a:spcAft>
              <a:tabLst>
                <a:tab pos="5824728" algn="r"/>
              </a:tabLst>
            </a:pPr>
            <a:r>
              <a:rPr sz="1600">
                <a:solidFill>
                  <a:srgbClr val="F4EFE3"/>
                </a:solidFill>
                <a:latin typeface="Georgia"/>
              </a:rPr>
              <a:t>Зайдастай төмс</a:t>
            </a:r>
            <a:r>
              <a:rPr sz="1050" i="1">
                <a:solidFill>
                  <a:srgbClr val="CFC7B4"/>
                </a:solidFill>
                <a:latin typeface="Arial"/>
              </a:rPr>
              <a:t>   Fries with Sausage</a:t>
            </a:r>
            <a:r>
              <a:rPr sz="1600" b="1">
                <a:solidFill>
                  <a:srgbClr val="E6C97B"/>
                </a:solidFill>
                <a:latin typeface="Georgia"/>
              </a:rPr>
              <a:t>	21,000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195560"/>
            <a:ext cx="64648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CFC7B4"/>
                </a:solidFill>
                <a:latin typeface="Arial"/>
              </a:rPr>
              <a:t>Үнэ төгрөгөөр  ·  НӨАТ болон хотын татвар багтсан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