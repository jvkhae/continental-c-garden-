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692000" cy="151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g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1512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g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1512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gn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1512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