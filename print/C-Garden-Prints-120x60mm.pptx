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4320000" cy="216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c_footb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320000" cy="216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c_em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320000" cy="216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c_mongol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320000" cy="216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c_newzeal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320000" cy="216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c_turk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320000" cy="216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c_den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320000" cy="216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c_pol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320000" cy="216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c_serb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320000" cy="216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c_switzerl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320000" cy="216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c_ita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320000" cy="216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c_belgi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320000" cy="216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c_netherl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320000" cy="216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c_portug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320000" cy="2160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c_sp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320000" cy="2160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c_german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320000" cy="2160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c_engl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320000" cy="2160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c_southafri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320000" cy="2160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c_seneg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320000" cy="2160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c_egy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320000" cy="2160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c_moroc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320000" cy="2160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c_jord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320000" cy="2160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c_ir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320000" cy="2160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c_southkor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320000" cy="2160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c_jap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320000" cy="2160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c_austral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320000" cy="216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