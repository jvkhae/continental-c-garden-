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den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r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witzer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t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elg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therl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rtu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germ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n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outh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n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gy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roc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jord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r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outhko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austra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cu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raz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ex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ca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or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croa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uzbekist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argen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