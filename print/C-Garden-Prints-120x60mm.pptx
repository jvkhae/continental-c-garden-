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4320000" cy="21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footb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em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mongol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newzea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tur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den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po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erb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witzer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ita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belg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netherla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portu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p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german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engl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outhaf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seneg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egy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roc_moroc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4320000" cy="216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