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den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r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witzer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t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elg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therl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rtu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germ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