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4320000" cy="21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gh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co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cabover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southaf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sen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cotedivoi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alge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lag_moroc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