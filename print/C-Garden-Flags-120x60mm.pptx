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4320000" cy="21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_gh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_co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_cabover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_southaf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_sene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_cotedivoi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_alge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_moroc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_colomb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_argent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