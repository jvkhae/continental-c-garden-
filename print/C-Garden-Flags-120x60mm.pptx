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4320000" cy="216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lag_gha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320000" cy="2160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lag_con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320000" cy="2160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lag_cabover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320000" cy="2160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lag_southafri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320000" cy="216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