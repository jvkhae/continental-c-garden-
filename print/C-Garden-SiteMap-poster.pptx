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2608000" cy="320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p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608000" cy="3207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