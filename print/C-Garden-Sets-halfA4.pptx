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2088" cy="534466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088" cy="5344668"/>
          </a:xfrm>
          <a:prstGeom prst="rect">
            <a:avLst/>
          </a:prstGeom>
          <a:solidFill>
            <a:srgbClr val="F6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5244" y="164592"/>
            <a:ext cx="1371600" cy="1143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1207008"/>
            <a:ext cx="756208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9C7A2E"/>
                </a:solidFill>
                <a:latin typeface="Arial"/>
              </a:rPr>
              <a:t>С Э Т   Ц Э 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1602485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B5E20"/>
                </a:solidFill>
                <a:latin typeface="Georgia"/>
              </a:rPr>
              <a:t>Сэт 1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Сэнгүр (draft)</a:t>
            </a:r>
            <a:r>
              <a:rPr sz="950" b="1">
                <a:solidFill>
                  <a:srgbClr val="9C7A2E"/>
                </a:solidFill>
                <a:latin typeface="Arial"/>
              </a:rPr>
              <a:t>	×12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5 төрлийн шорлог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Alkaline ус</a:t>
            </a:r>
            <a:r>
              <a:rPr sz="950" b="1">
                <a:solidFill>
                  <a:srgbClr val="9C7A2E"/>
                </a:solidFill>
                <a:latin typeface="Arial"/>
              </a:rPr>
              <a:t>	×3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Cola</a:t>
            </a:r>
            <a:r>
              <a:rPr sz="950" b="1">
                <a:solidFill>
                  <a:srgbClr val="9C7A2E"/>
                </a:solidFill>
                <a:latin typeface="Arial"/>
              </a:rPr>
              <a:t>	×3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Doritos</a:t>
            </a:r>
            <a:r>
              <a:rPr sz="950" b="1">
                <a:solidFill>
                  <a:srgbClr val="9C7A2E"/>
                </a:solidFill>
                <a:latin typeface="Arial"/>
              </a:rPr>
              <a:t>	×2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23694" y="1691640"/>
            <a:ext cx="1602485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B5E20"/>
                </a:solidFill>
                <a:latin typeface="Georgia"/>
              </a:rPr>
              <a:t>Сэт 2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Beluga · 0.7Л</a:t>
            </a:r>
            <a:r>
              <a:rPr sz="950" b="1">
                <a:solidFill>
                  <a:srgbClr val="9C7A2E"/>
                </a:solidFill>
                <a:latin typeface="Arial"/>
              </a:rPr>
              <a:t>	×1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Махан цуглуулга</a:t>
            </a:r>
            <a:r>
              <a:rPr sz="950" b="1">
                <a:solidFill>
                  <a:srgbClr val="9C7A2E"/>
                </a:solidFill>
                <a:latin typeface="Arial"/>
              </a:rPr>
              <a:t>	×1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Alkaline ус</a:t>
            </a:r>
            <a:r>
              <a:rPr sz="950" b="1">
                <a:solidFill>
                  <a:srgbClr val="9C7A2E"/>
                </a:solidFill>
                <a:latin typeface="Arial"/>
              </a:rPr>
              <a:t>	×6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Cola</a:t>
            </a:r>
            <a:r>
              <a:rPr sz="950" b="1">
                <a:solidFill>
                  <a:srgbClr val="9C7A2E"/>
                </a:solidFill>
                <a:latin typeface="Arial"/>
              </a:rPr>
              <a:t>	×6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Lay's</a:t>
            </a:r>
            <a:r>
              <a:rPr sz="950" b="1">
                <a:solidFill>
                  <a:srgbClr val="9C7A2E"/>
                </a:solidFill>
                <a:latin typeface="Arial"/>
              </a:rPr>
              <a:t>	×2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35907" y="1691640"/>
            <a:ext cx="1602485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B5E20"/>
                </a:solidFill>
                <a:latin typeface="Georgia"/>
              </a:rPr>
              <a:t>Сэт 3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Glenmorangie</a:t>
            </a:r>
            <a:r>
              <a:rPr sz="950" b="1">
                <a:solidFill>
                  <a:srgbClr val="9C7A2E"/>
                </a:solidFill>
                <a:latin typeface="Arial"/>
              </a:rPr>
              <a:t>	×1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5 төрлийн шорлог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Махан цуглуулга</a:t>
            </a:r>
            <a:r>
              <a:rPr sz="950" b="1">
                <a:solidFill>
                  <a:srgbClr val="9C7A2E"/>
                </a:solidFill>
                <a:latin typeface="Arial"/>
              </a:rPr>
              <a:t>	×1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Alkaline ус</a:t>
            </a:r>
            <a:r>
              <a:rPr sz="950" b="1">
                <a:solidFill>
                  <a:srgbClr val="9C7A2E"/>
                </a:solidFill>
                <a:latin typeface="Arial"/>
              </a:rPr>
              <a:t>	×6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Cola</a:t>
            </a:r>
            <a:r>
              <a:rPr sz="950" b="1">
                <a:solidFill>
                  <a:srgbClr val="9C7A2E"/>
                </a:solidFill>
                <a:latin typeface="Arial"/>
              </a:rPr>
              <a:t>	×6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Чипс</a:t>
            </a:r>
            <a:r>
              <a:rPr sz="950" b="1">
                <a:solidFill>
                  <a:srgbClr val="9C7A2E"/>
                </a:solidFill>
                <a:latin typeface="Arial"/>
              </a:rPr>
              <a:t>	×1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Самар</a:t>
            </a:r>
            <a:r>
              <a:rPr sz="950" b="1">
                <a:solidFill>
                  <a:srgbClr val="9C7A2E"/>
                </a:solidFill>
                <a:latin typeface="Arial"/>
              </a:rPr>
              <a:t>	×1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48121" y="1691640"/>
            <a:ext cx="1602485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B5E20"/>
                </a:solidFill>
                <a:latin typeface="Georgia"/>
              </a:rPr>
              <a:t>Сэт 4</a:t>
            </a:r>
          </a:p>
          <a:p>
            <a:pPr>
              <a:spcAft>
                <a:spcPts val="300"/>
              </a:spcAft>
            </a:pPr>
            <a:r>
              <a:rPr sz="800" b="1">
                <a:solidFill>
                  <a:srgbClr val="9C7A2E"/>
                </a:solidFill>
                <a:latin typeface="Arial"/>
              </a:rPr>
              <a:t>4 ХҮН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Soyombo</a:t>
            </a:r>
            <a:r>
              <a:rPr sz="950" b="1">
                <a:solidFill>
                  <a:srgbClr val="9C7A2E"/>
                </a:solidFill>
                <a:latin typeface="Arial"/>
              </a:rPr>
              <a:t>	×1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Шорлог</a:t>
            </a:r>
            <a:r>
              <a:rPr sz="950" b="1">
                <a:solidFill>
                  <a:srgbClr val="9C7A2E"/>
                </a:solidFill>
                <a:latin typeface="Arial"/>
              </a:rPr>
              <a:t>	×4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Alkaline ус</a:t>
            </a:r>
            <a:r>
              <a:rPr sz="950" b="1">
                <a:solidFill>
                  <a:srgbClr val="9C7A2E"/>
                </a:solidFill>
                <a:latin typeface="Arial"/>
              </a:rPr>
              <a:t>	×4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Cola</a:t>
            </a:r>
            <a:r>
              <a:rPr sz="950" b="1">
                <a:solidFill>
                  <a:srgbClr val="9C7A2E"/>
                </a:solidFill>
                <a:latin typeface="Arial"/>
              </a:rPr>
              <a:t>	×4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Чипс</a:t>
            </a:r>
            <a:r>
              <a:rPr sz="950" b="1">
                <a:solidFill>
                  <a:srgbClr val="9C7A2E"/>
                </a:solidFill>
                <a:latin typeface="Arial"/>
              </a:rPr>
              <a:t>	×1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Самар</a:t>
            </a:r>
            <a:r>
              <a:rPr sz="950" b="1">
                <a:solidFill>
                  <a:srgbClr val="9C7A2E"/>
                </a:solidFill>
                <a:latin typeface="Arial"/>
              </a:rPr>
              <a:t>	×1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