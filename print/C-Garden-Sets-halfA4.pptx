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53446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344668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44" y="146304"/>
            <a:ext cx="13716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188720"/>
            <a:ext cx="7562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i="1" b="1">
                <a:solidFill>
                  <a:srgbClr val="1B5E20"/>
                </a:solidFill>
                <a:latin typeface="Georgia"/>
              </a:rPr>
              <a:t>Today’s Special Set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737360"/>
            <a:ext cx="160248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B5E20"/>
                </a:solidFill>
                <a:latin typeface="Georgia"/>
              </a:rPr>
              <a:t>Сэт 1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9C7A2E"/>
                </a:solidFill>
                <a:latin typeface="Georgia"/>
              </a:rPr>
              <a:t>600,000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Сэнгүр (draft)</a:t>
            </a:r>
            <a:r>
              <a:rPr sz="950" b="1">
                <a:solidFill>
                  <a:srgbClr val="9C7A2E"/>
                </a:solidFill>
                <a:latin typeface="Arial"/>
              </a:rPr>
              <a:t>	×12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5 төрлийн шорлог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Bonaqua ус</a:t>
            </a:r>
            <a:r>
              <a:rPr sz="950" b="1">
                <a:solidFill>
                  <a:srgbClr val="9C7A2E"/>
                </a:solidFill>
                <a:latin typeface="Arial"/>
              </a:rPr>
              <a:t>	×3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Cola</a:t>
            </a:r>
            <a:r>
              <a:rPr sz="950" b="1">
                <a:solidFill>
                  <a:srgbClr val="9C7A2E"/>
                </a:solidFill>
                <a:latin typeface="Arial"/>
              </a:rPr>
              <a:t>	×3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Doritos</a:t>
            </a:r>
            <a:r>
              <a:rPr sz="950" b="1">
                <a:solidFill>
                  <a:srgbClr val="9C7A2E"/>
                </a:solidFill>
                <a:latin typeface="Arial"/>
              </a:rPr>
              <a:t>	×2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3694" y="1737360"/>
            <a:ext cx="160248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B5E20"/>
                </a:solidFill>
                <a:latin typeface="Georgia"/>
              </a:rPr>
              <a:t>Сэт 2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9C7A2E"/>
                </a:solidFill>
                <a:latin typeface="Georgia"/>
              </a:rPr>
              <a:t>900,000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Beluga · 0.7Л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Махан цуглуулга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Bonaqua ус</a:t>
            </a:r>
            <a:r>
              <a:rPr sz="950" b="1">
                <a:solidFill>
                  <a:srgbClr val="9C7A2E"/>
                </a:solidFill>
                <a:latin typeface="Arial"/>
              </a:rPr>
              <a:t>	×6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Cola</a:t>
            </a:r>
            <a:r>
              <a:rPr sz="950" b="1">
                <a:solidFill>
                  <a:srgbClr val="9C7A2E"/>
                </a:solidFill>
                <a:latin typeface="Arial"/>
              </a:rPr>
              <a:t>	×6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Lay's</a:t>
            </a:r>
            <a:r>
              <a:rPr sz="950" b="1">
                <a:solidFill>
                  <a:srgbClr val="9C7A2E"/>
                </a:solidFill>
                <a:latin typeface="Arial"/>
              </a:rPr>
              <a:t>	×2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35907" y="1737360"/>
            <a:ext cx="160248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B5E20"/>
                </a:solidFill>
                <a:latin typeface="Georgia"/>
              </a:rPr>
              <a:t>Сэт 3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9C7A2E"/>
                </a:solidFill>
                <a:latin typeface="Georgia"/>
              </a:rPr>
              <a:t>1,200,000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Glenmorangie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5 төрлийн шорлог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Махан цуглуулга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Bonaqua ус</a:t>
            </a:r>
            <a:r>
              <a:rPr sz="950" b="1">
                <a:solidFill>
                  <a:srgbClr val="9C7A2E"/>
                </a:solidFill>
                <a:latin typeface="Arial"/>
              </a:rPr>
              <a:t>	×6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Cola</a:t>
            </a:r>
            <a:r>
              <a:rPr sz="950" b="1">
                <a:solidFill>
                  <a:srgbClr val="9C7A2E"/>
                </a:solidFill>
                <a:latin typeface="Arial"/>
              </a:rPr>
              <a:t>	×6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Чипс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Самар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8121" y="1737360"/>
            <a:ext cx="160248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B5E20"/>
                </a:solidFill>
                <a:latin typeface="Georgia"/>
              </a:rPr>
              <a:t>Сэт 4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9C7A2E"/>
                </a:solidFill>
                <a:latin typeface="Georgia"/>
              </a:rPr>
              <a:t>500,000</a:t>
            </a:r>
            <a:r>
              <a:rPr sz="800">
                <a:solidFill>
                  <a:srgbClr val="778078"/>
                </a:solidFill>
                <a:latin typeface="Arial"/>
              </a:rPr>
              <a:t>   4 хүн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Soyombo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Шорлог</a:t>
            </a:r>
            <a:r>
              <a:rPr sz="950" b="1">
                <a:solidFill>
                  <a:srgbClr val="9C7A2E"/>
                </a:solidFill>
                <a:latin typeface="Arial"/>
              </a:rPr>
              <a:t>	×4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Bonaqua ус</a:t>
            </a:r>
            <a:r>
              <a:rPr sz="950" b="1">
                <a:solidFill>
                  <a:srgbClr val="9C7A2E"/>
                </a:solidFill>
                <a:latin typeface="Arial"/>
              </a:rPr>
              <a:t>	×4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Cola</a:t>
            </a:r>
            <a:r>
              <a:rPr sz="950" b="1">
                <a:solidFill>
                  <a:srgbClr val="9C7A2E"/>
                </a:solidFill>
                <a:latin typeface="Arial"/>
              </a:rPr>
              <a:t>	×4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Чипс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  <a:p>
            <a:pPr>
              <a:spcBef>
                <a:spcPts val="250"/>
              </a:spcBef>
              <a:spcAft>
                <a:spcPts val="0"/>
              </a:spcAft>
              <a:tabLst>
                <a:tab pos="1602485" algn="r"/>
              </a:tabLst>
            </a:pPr>
            <a:r>
              <a:rPr sz="950">
                <a:solidFill>
                  <a:srgbClr val="242C26"/>
                </a:solidFill>
                <a:latin typeface="Arial"/>
              </a:rPr>
              <a:t>Самар</a:t>
            </a:r>
            <a:r>
              <a:rPr sz="950" b="1">
                <a:solidFill>
                  <a:srgbClr val="9C7A2E"/>
                </a:solidFill>
                <a:latin typeface="Arial"/>
              </a:rPr>
              <a:t>	×1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75620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778078"/>
                </a:solidFill>
                <a:latin typeface="Arial"/>
              </a:rPr>
              <a:t>Үнэ төгрөгөөр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